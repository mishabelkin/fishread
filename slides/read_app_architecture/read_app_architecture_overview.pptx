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85800"/>
            <a:ext cx="10972800" cy="5074920"/>
          </a:xfrm>
          <a:prstGeom prst="roundRect">
            <a:avLst>
              <a:gd name="adj" fmla="val 2883"/>
            </a:avLst>
          </a:prstGeom>
          <a:solidFill>
            <a:srgbClr val="FDFBF6"/>
          </a:solidFill>
          <a:ln w="13970">
            <a:solidFill>
              <a:srgbClr val="C9D3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987552"/>
            <a:ext cx="1920240" cy="164592"/>
          </a:xfrm>
          <a:prstGeom prst="rect">
            <a:avLst/>
          </a:prstGeom>
          <a:solidFill>
            <a:srgbClr val="0F6C7A"/>
          </a:solidFill>
          <a:ln w="12700">
            <a:solidFill>
              <a:srgbClr val="0F6C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9844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Read! App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19202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outline and pipeline map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User-facing surfaces and entry points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open, cleanup, summary, playback, and diagnostics pipelines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coordinating classes in the Android codebase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03720" y="1325880"/>
            <a:ext cx="3886200" cy="914400"/>
          </a:xfrm>
          <a:prstGeom prst="roundRect">
            <a:avLst>
              <a:gd name="adj" fmla="val 12000"/>
            </a:avLst>
          </a:prstGeom>
          <a:solidFill>
            <a:srgbClr val="D9EEF0"/>
          </a:solidFill>
          <a:ln w="13970">
            <a:solidFill>
              <a:srgbClr val="0F6C7A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31736" y="1426464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coordinator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31736" y="1682496"/>
            <a:ext cx="3630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MainActivity.kt + PdfReaderViewModel.kt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03720" y="2606040"/>
            <a:ext cx="3886200" cy="914400"/>
          </a:xfrm>
          <a:prstGeom prst="roundRect">
            <a:avLst>
              <a:gd name="adj" fmla="val 12000"/>
            </a:avLst>
          </a:prstGeom>
          <a:solidFill>
            <a:srgbClr val="CFE0F7"/>
          </a:solidFill>
          <a:ln w="13970">
            <a:solidFill>
              <a:srgbClr val="6E8FB9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31736" y="2706624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pipelines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31736" y="2962656"/>
            <a:ext cx="3630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Loading • Cleanup • Summary • Playback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3886200"/>
            <a:ext cx="3886200" cy="914400"/>
          </a:xfrm>
          <a:prstGeom prst="roundRect">
            <a:avLst>
              <a:gd name="adj" fmla="val 12000"/>
            </a:avLst>
          </a:prstGeom>
          <a:solidFill>
            <a:srgbClr val="F6DDBB"/>
          </a:solidFill>
          <a:ln w="13970">
            <a:solidFill>
              <a:srgbClr val="C9A56E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31736" y="3986784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systems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31736" y="4242816"/>
            <a:ext cx="3630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• Cache • Diagnostics • Local models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Read! app architecture overview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Main System 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Top-level app areas and the classes that connect them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5240">
            <a:solidFill>
              <a:srgbClr val="9DB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D9EEF0"/>
          </a:solidFill>
          <a:ln w="13970">
            <a:solidFill>
              <a:srgbClr val="0F6C7A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4721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points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" y="1728216"/>
            <a:ext cx="303580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Fish / accessibility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link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/ To read / Bookmarks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" y="316382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UI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22376" y="3419856"/>
            <a:ext cx="3035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MainActivity.kt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Screens, details card, diagnostics, reader surface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470916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6DDBB"/>
          </a:solidFill>
          <a:ln w="13970">
            <a:solidFill>
              <a:srgbClr val="C9A56E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" y="480974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capture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2376" y="506577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ReadAccessibilityService.kt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965960"/>
            <a:ext cx="2971800" cy="1600200"/>
          </a:xfrm>
          <a:prstGeom prst="roundRect">
            <a:avLst>
              <a:gd name="adj" fmla="val 6857"/>
            </a:avLst>
          </a:prstGeom>
          <a:solidFill>
            <a:srgbClr val="CFE0F7"/>
          </a:solidFill>
          <a:ln w="13970">
            <a:solidFill>
              <a:srgbClr val="6E8FB9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17136" y="2066544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coordinator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17136" y="2322576"/>
            <a:ext cx="271576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PdfReaderViewModel.kt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 documents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UI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background cleanup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summary generation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0" y="1325880"/>
            <a:ext cx="3246120" cy="109728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0416" y="1426464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+ cache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00416" y="1682496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ReaderStorageRepository.kt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0" y="2697480"/>
            <a:ext cx="3246120" cy="109728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00416" y="2798064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loading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00416" y="3054096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ReaderDocumentLoader.kt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0" y="4069080"/>
            <a:ext cx="3246120" cy="109728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00416" y="4169664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+ summary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00416" y="4425696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ReaderLocalCleanup.kt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0" y="5440680"/>
            <a:ext cx="3246120" cy="685800"/>
          </a:xfrm>
          <a:prstGeom prst="roundRect">
            <a:avLst>
              <a:gd name="adj" fmla="val 16000"/>
            </a:avLst>
          </a:prstGeom>
          <a:solidFill>
            <a:srgbClr val="E5F3E9"/>
          </a:solidFill>
          <a:ln w="13970">
            <a:solidFill>
              <a:srgbClr val="8DAE9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00416" y="5541264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Playback + diagnostics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900416" y="5797296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ReaderPlaybackService.kt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DiagnosticsLoggingService.kt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flipV="1">
            <a:off x="3886200" y="2788920"/>
            <a:ext cx="502920" cy="941832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886200" y="2057400"/>
            <a:ext cx="502920" cy="274320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7360920" y="1920240"/>
            <a:ext cx="411480" cy="822960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60920" y="2743200"/>
            <a:ext cx="411480" cy="502920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60920" y="2743200"/>
            <a:ext cx="411480" cy="1874520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60920" y="2743200"/>
            <a:ext cx="411480" cy="2971800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0292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Read! architecture outline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Document Open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URLs, PDFs, fish capture, and cached items become a reader document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5240">
            <a:solidFill>
              <a:srgbClr val="9DB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057400" cy="822960"/>
          </a:xfrm>
          <a:prstGeom prst="roundRect">
            <a:avLst>
              <a:gd name="adj" fmla="val 13333"/>
            </a:avLst>
          </a:prstGeom>
          <a:solidFill>
            <a:srgbClr val="D9EEF0"/>
          </a:solidFill>
          <a:ln w="13970">
            <a:solidFill>
              <a:srgbClr val="0F6C7A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65506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1911096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• PDF • fish • history • bookmark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1554480"/>
            <a:ext cx="2194560" cy="82296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99816" y="165506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ViewModel entry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99816" y="191109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openUrl / openUri / openSourceLabel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0" y="155448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68696" y="165506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check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68696" y="191109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ReaderStorageRepository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43800" y="155448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CFE0F7"/>
          </a:solidFill>
          <a:ln w="13970">
            <a:solidFill>
              <a:srgbClr val="6E8FB9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71816" y="165506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ReaderDocumentLoader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71816" y="191109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+ parse if cache miss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97480" y="1965960"/>
            <a:ext cx="27432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1965960"/>
            <a:ext cx="27432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1965960"/>
            <a:ext cx="27432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297180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42416" y="307238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source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42416" y="3328416"/>
            <a:ext cx="20299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HTML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cleaned article blocks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297180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94176" y="307238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source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94176" y="3328416"/>
            <a:ext cx="20299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bytes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PDF text and metadata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45936" y="307238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Captured text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45936" y="3328416"/>
            <a:ext cx="20299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visible text into blocks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69680" y="297180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E5F3E9"/>
          </a:solidFill>
          <a:ln w="13970">
            <a:solidFill>
              <a:srgbClr val="8DAE9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997696" y="3072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ReaderDocument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997696" y="3328416"/>
            <a:ext cx="15727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+ blocks + metadata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2057400" y="2377440"/>
            <a:ext cx="6400800" cy="594360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4709160" y="2377440"/>
            <a:ext cx="3749040" cy="594360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7360920" y="2377440"/>
            <a:ext cx="1097280" cy="594360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00400" y="3493008"/>
            <a:ext cx="566928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852160" y="3493008"/>
            <a:ext cx="301752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503920" y="3493008"/>
            <a:ext cx="36576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5840" y="4663440"/>
            <a:ext cx="9875520" cy="109728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133856" y="4764024"/>
            <a:ext cx="9619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open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33856" y="5020056"/>
            <a:ext cx="9619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cache and history, show the reader immediately, then optionally start cleanup in the background. If the document is already cached, the cached ReaderDocument opens directly without reprocessing.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Read! architecture outline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Cleanup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LLM cleanup that preserves a stable reading surface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5240">
            <a:solidFill>
              <a:srgbClr val="9DB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160934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document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3816" y="18653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extracted ReaderDocument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50876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54096" y="160934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54096" y="1865376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Web/PDF mode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filtering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building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5087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6DDBB"/>
          </a:solidFill>
          <a:ln w="13970">
            <a:solidFill>
              <a:srgbClr val="C9A56E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31536" y="1609344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runtime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31536" y="1865376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 registry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only for stability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0" y="150876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D9EEF0"/>
          </a:solidFill>
          <a:ln w="13970">
            <a:solidFill>
              <a:srgbClr val="0F6C7A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26096" y="1609344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cleanup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26096" y="1865376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cleans chunk 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prompt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97480" y="1965960"/>
            <a:ext cx="22860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74920" y="1965960"/>
            <a:ext cx="22860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1965960"/>
            <a:ext cx="22860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32004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42416" y="330098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42416" y="3557016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preservation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Formatting guards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Duplication checks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69080" y="32004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E5F3E9"/>
          </a:solidFill>
          <a:ln w="13970">
            <a:solidFill>
              <a:srgbClr val="8DAE9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97096" y="330098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chunk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197096" y="3557016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cleaned paragraphs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partial cleaned document into UI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3760" y="32004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8E7E4"/>
          </a:solidFill>
          <a:ln w="13970">
            <a:solidFill>
              <a:srgbClr val="C59A92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51776" y="330098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chunk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51776" y="3557016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original paragraphs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rejection reason if diagnostics enabled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2286000" y="2423160"/>
            <a:ext cx="6492240" cy="777240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657600" y="3886200"/>
            <a:ext cx="41148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657600" y="3886200"/>
            <a:ext cx="3566160" cy="914"/>
          </a:xfrm>
          <a:prstGeom prst="line">
            <a:avLst/>
          </a:prstGeom>
          <a:noFill/>
          <a:ln w="20320">
            <a:solidFill>
              <a:srgbClr val="0F6C7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4400" y="5074920"/>
            <a:ext cx="9921240" cy="868680"/>
          </a:xfrm>
          <a:prstGeom prst="roundRect">
            <a:avLst>
              <a:gd name="adj" fmla="val 12632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42416" y="5175504"/>
            <a:ext cx="9665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 path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42416" y="5431536"/>
            <a:ext cx="9665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cleanup diagnostics are enabled, the pipeline stores per-document CleanupRunDiagnostics: chunk reports, rejection reasons, change kinds, changed paragraphs, and the data needed for a before/after diff viewer.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Read! architecture outline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Summary + Diagnostics Pipelines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On-demand summary generation and internal runtime logging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5240">
            <a:solidFill>
              <a:srgbClr val="9DB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4892040" cy="4389120"/>
          </a:xfrm>
          <a:prstGeom prst="roundRect">
            <a:avLst>
              <a:gd name="adj" fmla="val 2500"/>
            </a:avLst>
          </a:prstGeom>
          <a:solidFill>
            <a:srgbClr val="D9EEF0"/>
          </a:solidFill>
          <a:ln w="13970">
            <a:solidFill>
              <a:srgbClr val="0F6C7A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1517904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generation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3816" y="1773936"/>
            <a:ext cx="4636008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Details card triggers summarize.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ViewModel builds whole-document summary source.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Source is capped to a maximum safe chunk.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Local summary pipeline warms the selected model.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Draft text streams into the UI while generation runs.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Final summary is normalized, timed, and cached on the document.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9320" y="141732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CFE0F7"/>
          </a:solidFill>
          <a:ln w="13970">
            <a:solidFill>
              <a:srgbClr val="6E8FB9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17336" y="1517904"/>
            <a:ext cx="4498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 logging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17336" y="1773936"/>
            <a:ext cx="4498848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Diagnostics screen shows live runtime state.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Optional CSV logging samples battery, CPU, memory, playback, cleanup, and summary state.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Cleanup diagnostics toggle lives in Diagnostics.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Cleanup report viewer is document-scoped and opens from the details card.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Logs are internal only and omit document-identifying URLs.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Read! architecture outline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Key Files and Responsibilities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each major behavior lives in the Android project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5240">
            <a:solidFill>
              <a:srgbClr val="9DB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0789920" cy="4709160"/>
          </a:xfrm>
          <a:prstGeom prst="roundRect">
            <a:avLst>
              <a:gd name="adj" fmla="val 2330"/>
            </a:avLst>
          </a:prstGeom>
          <a:solidFill>
            <a:srgbClr val="FFFDF8"/>
          </a:solidFill>
          <a:ln w="13970">
            <a:solidFill>
              <a:srgbClr val="9DB3C7"/>
            </a:solidFill>
            <a:prstDash val="solid"/>
          </a:ln>
          <a:effectLst>
            <a:outerShdw sx="100000" sy="100000" kx="0" ky="0" algn="bl" rotWithShape="0" blurRad="12700" dist="50800" dir="2700000">
              <a:srgbClr val="CED6D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1645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1938528"/>
            <a:ext cx="10195560" cy="0"/>
          </a:xfrm>
          <a:prstGeom prst="line">
            <a:avLst/>
          </a:prstGeom>
          <a:noFill/>
          <a:ln w="13970">
            <a:solidFill>
              <a:srgbClr val="9DB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482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MainActivity.kt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204825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UI, details card, diagnostics screen, reader surface, playback controls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868680" y="2478024"/>
            <a:ext cx="10104120" cy="0"/>
          </a:xfrm>
          <a:prstGeom prst="line">
            <a:avLst/>
          </a:prstGeom>
          <a:noFill/>
          <a:ln w="10160">
            <a:solidFill>
              <a:srgbClr val="E1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328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PdfReaderViewModel.kt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2532888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coordinator for open flows, cleanup startup, summary generation, and UI state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68680" y="2962656"/>
            <a:ext cx="10104120" cy="0"/>
          </a:xfrm>
          <a:prstGeom prst="line">
            <a:avLst/>
          </a:prstGeom>
          <a:noFill/>
          <a:ln w="10160">
            <a:solidFill>
              <a:srgbClr val="E1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ReaderDocumentLoader.kt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63240" y="301752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Web/PDF/captured-text loading and extraction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68680" y="3447288"/>
            <a:ext cx="10104120" cy="0"/>
          </a:xfrm>
          <a:prstGeom prst="line">
            <a:avLst/>
          </a:prstGeom>
          <a:noFill/>
          <a:ln w="10160">
            <a:solidFill>
              <a:srgbClr val="E1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02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ReaderStorageRepository.kt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63240" y="3502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Cache, history, bookmarks, to-read, last-opened state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68680" y="3931920"/>
            <a:ext cx="10104120" cy="0"/>
          </a:xfrm>
          <a:prstGeom prst="line">
            <a:avLst/>
          </a:prstGeom>
          <a:noFill/>
          <a:ln w="10160">
            <a:solidFill>
              <a:srgbClr val="E1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9867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ReaderLocalCleanup.kt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63240" y="398678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pipeline, summary pipeline, local model selection, validation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68680" y="4416552"/>
            <a:ext cx="10104120" cy="0"/>
          </a:xfrm>
          <a:prstGeom prst="line">
            <a:avLst/>
          </a:prstGeom>
          <a:noFill/>
          <a:ln w="10160">
            <a:solidFill>
              <a:srgbClr val="E1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4714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ReadAccessibilityService.kt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63240" y="447141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Fish button and accessibility capture path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68680" y="4901184"/>
            <a:ext cx="10104120" cy="0"/>
          </a:xfrm>
          <a:prstGeom prst="line">
            <a:avLst/>
          </a:prstGeom>
          <a:noFill/>
          <a:ln w="10160">
            <a:solidFill>
              <a:srgbClr val="E1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956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ReaderPlaybackService.kt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63240" y="4956048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TTS / media session playback service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68680" y="5385816"/>
            <a:ext cx="10104120" cy="0"/>
          </a:xfrm>
          <a:prstGeom prst="line">
            <a:avLst/>
          </a:prstGeom>
          <a:noFill/>
          <a:ln w="10160">
            <a:solidFill>
              <a:srgbClr val="E1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440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DiagnosticsLoggingService.kt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63240" y="544068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CSV logging for diagnostics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50292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source accompanies this deck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Read! App Architecture</dc:title>
  <dc:subject>Read! app architecture and pipelines</dc:subject>
  <dc:creator>OpenAI Codex</dc:creator>
  <cp:lastModifiedBy>OpenAI Codex</cp:lastModifiedBy>
  <cp:revision>1</cp:revision>
  <dcterms:created xsi:type="dcterms:W3CDTF">2026-04-03T21:41:18Z</dcterms:created>
  <dcterms:modified xsi:type="dcterms:W3CDTF">2026-04-03T21:41:18Z</dcterms:modified>
</cp:coreProperties>
</file>